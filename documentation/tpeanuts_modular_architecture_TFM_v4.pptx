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35f71b810c43d0" /><Relationship Type="http://schemas.openxmlformats.org/officeDocument/2006/relationships/extended-properties" Target="/docProps/app.xml" Id="R98e86469f2cc4521" /><Relationship Type="http://schemas.openxmlformats.org/officeDocument/2006/relationships/officeDocument" Target="/ppt/presentation.xml" Id="R7e003976828549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9557b61034807"/>
  </p:sldMasterIdLst>
  <p:notesMasterIdLst>
    <p:notesMasterId xmlns:r="http://schemas.openxmlformats.org/officeDocument/2006/relationships" r:id="R32c0a4e83d634780"/>
  </p:notesMasterIdLst>
  <p:sldIdLst>
    <p:sldId xmlns:r="http://schemas.openxmlformats.org/officeDocument/2006/relationships" id="256" r:id="R6ba60d19d00b45f2"/>
    <p:sldId xmlns:r="http://schemas.openxmlformats.org/officeDocument/2006/relationships" id="257" r:id="Rcfabb6d3ae4b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3d6f0512f44d0" /><Relationship Type="http://schemas.openxmlformats.org/officeDocument/2006/relationships/slideMaster" Target="/ppt/slideMasters/slideMaster1.xml" Id="Rc719557b61034807" /><Relationship Type="http://schemas.openxmlformats.org/officeDocument/2006/relationships/notesMaster" Target="/ppt/notesMasters/notesMaster1.xml" Id="R32c0a4e83d634780" /><Relationship Type="http://schemas.openxmlformats.org/officeDocument/2006/relationships/presProps" Target="/ppt/presProps.xml" Id="R08d54e5286044523" /><Relationship Type="http://schemas.openxmlformats.org/officeDocument/2006/relationships/tableStyles" Target="/ppt/tableStyles.xml" Id="Rac197757ccf94150" /><Relationship Type="http://schemas.openxmlformats.org/officeDocument/2006/relationships/slide" Target="/ppt/slides/slide1.xml" Id="R6ba60d19d00b45f2" /><Relationship Type="http://schemas.openxmlformats.org/officeDocument/2006/relationships/slide" Target="/ppt/slides/slide2.xml" Id="Rcfabb6d3ae4b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10fd952f7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404255245a40d8" /><Relationship Type="http://schemas.openxmlformats.org/officeDocument/2006/relationships/notesMaster" Target="/ppt/notesMasters/notesMaster1.xml" Id="Rfa7984f53daf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2ba8ae9d5b4fa7" /><Relationship Type="http://schemas.openxmlformats.org/officeDocument/2006/relationships/notesMaster" Target="/ppt/notesMasters/notesMaster1.xml" Id="R4f0bd659915040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43013b36c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b5b6780c0436b" /><Relationship Type="http://schemas.openxmlformats.org/officeDocument/2006/relationships/slideLayout" Target="/ppt/slideLayouts/slideLayout1.xml" Id="R18f09ed2519843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09ed25198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61d0455f74472" /><Relationship Type="http://schemas.openxmlformats.org/officeDocument/2006/relationships/notesSlide" Target="/ppt/notesSlides/notesSlide1.xml" Id="R6566156df031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21831c38f4b96" /><Relationship Type="http://schemas.openxmlformats.org/officeDocument/2006/relationships/notesSlide" Target="/ppt/notesSlides/notesSlide2.xml" Id="Rbf7a7412ed8b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5F4EEBD-176A-4191-80FC-A196DFBA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AE1AAA-647A-4604-9FE6-8252937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F9AA142-D9F6-4159-A00A-FB3C3AA2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D21CCBD-BE91-41F8-A530-38552B48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33700E09-5FE4-4947-861C-9CEF0090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71A93EA-AB5E-4A7D-B916-C8F8597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1731739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0318E8EE-8CC2-4537-9500-4A76E95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C24B0F5B-5116-4C3A-9D4E-D6E47FB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 layered flow connects scientific domains to reusable physics and supporting tools.</a:t>
            </a:r>
          </a:p>
        </p:txBody>
      </p:sp>
      <p:sp>
        <p:nvSpPr>
          <p:cNvPr id="3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91513AB1-8196-40B6-86DE-775C1B1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42BC38A3-BD46-4AAE-BFF9-C5B360FA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B0CA1628-AB54-4B38-B03C-AFD56DE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media-base">
            <a:extLst xmlns:a="http://schemas.openxmlformats.org/drawingml/2006/main">
              <a:ext uri="{FF2B5EF4-FFF2-40B4-BE49-F238E27FC236}">
                <a16:creationId xmlns:a16="http://schemas.microsoft.com/office/drawing/2014/main" id="{1A7DAF6D-09AC-4E12-9BB9-3164CF3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CA1BCA6B-ADA3-45D4-9B5E-6B02AE29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core-container">
            <a:extLst xmlns:a="http://schemas.openxmlformats.org/drawingml/2006/main">
              <a:ext uri="{FF2B5EF4-FFF2-40B4-BE49-F238E27FC236}">
                <a16:creationId xmlns:a16="http://schemas.microsoft.com/office/drawing/2014/main" id="{A58BDABF-3234-4015-A898-11479F77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source-core-anchor">
            <a:extLst xmlns:a="http://schemas.openxmlformats.org/drawingml/2006/main">
              <a:ext uri="{FF2B5EF4-FFF2-40B4-BE49-F238E27FC236}">
                <a16:creationId xmlns:a16="http://schemas.microsoft.com/office/drawing/2014/main" id="{CE922293-7709-4F2D-8007-69222737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media-core-anchor">
            <a:extLst xmlns:a="http://schemas.openxmlformats.org/drawingml/2006/main">
              <a:ext uri="{FF2B5EF4-FFF2-40B4-BE49-F238E27FC236}">
                <a16:creationId xmlns:a16="http://schemas.microsoft.com/office/drawing/2014/main" id="{7914E014-0EF5-4429-8061-66E2147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common-base">
            <a:extLst xmlns:a="http://schemas.openxmlformats.org/drawingml/2006/main">
              <a:ext uri="{FF2B5EF4-FFF2-40B4-BE49-F238E27FC236}">
                <a16:creationId xmlns:a16="http://schemas.microsoft.com/office/drawing/2014/main" id="{8D634B42-23CD-480C-93DC-630438D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058C2B04-33F3-406F-8124-27F2741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3" name="bsm-base">
            <a:extLst xmlns:a="http://schemas.openxmlformats.org/drawingml/2006/main">
              <a:ext uri="{FF2B5EF4-FFF2-40B4-BE49-F238E27FC236}">
                <a16:creationId xmlns:a16="http://schemas.microsoft.com/office/drawing/2014/main" id="{7838D5D8-55D2-4A90-AAF5-D81A7CA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4" name="config-base">
            <a:extLst xmlns:a="http://schemas.openxmlformats.org/drawingml/2006/main">
              <a:ext uri="{FF2B5EF4-FFF2-40B4-BE49-F238E27FC236}">
                <a16:creationId xmlns:a16="http://schemas.microsoft.com/office/drawing/2014/main" id="{D0A99D53-D63B-49E5-90DC-A25C297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41EFE3EE-EAA3-41B5-9D54-6D00608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6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397DB1DB-12EF-4662-93DE-EEB524E3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7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7E6E8318-1757-48DD-9EE5-BBAB774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809875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4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290A0DE1-D23B-4847-8142-4669E2D3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5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2DB54C4D-B6D8-4CAB-BD3C-72919E0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6" name="core-layer">
            <a:extLst xmlns:a="http://schemas.openxmlformats.org/drawingml/2006/main">
              <a:ext uri="{FF2B5EF4-FFF2-40B4-BE49-F238E27FC236}">
                <a16:creationId xmlns:a16="http://schemas.microsoft.com/office/drawing/2014/main" id="{FEC403EC-824F-40A5-9A22-3F0B646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</a:t>
            </a:r>
          </a:p>
        </p:txBody>
      </p:sp>
      <p:sp>
        <p:nvSpPr>
          <p:cNvPr id="27" name="tools-layer">
            <a:extLst xmlns:a="http://schemas.openxmlformats.org/drawingml/2006/main">
              <a:ext uri="{FF2B5EF4-FFF2-40B4-BE49-F238E27FC236}">
                <a16:creationId xmlns:a16="http://schemas.microsoft.com/office/drawing/2014/main" id="{A60297F2-888A-4F7D-A3E5-FC27B21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8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57E6F3F8-F410-404E-B393-6C54FBB7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9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FC2B6868-7011-4490-BDE2-59FC075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30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C2FA0A2B-C28C-4167-8F27-743BDEE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31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C1915966-B0DA-4EE1-A0F8-0216EF4D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2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F0A316B3-DBF4-4881-9F59-DDFFE72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3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AD9B9A87-CEA3-4326-BC8B-6BA4B3A7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4" name="media-title">
            <a:extLst xmlns:a="http://schemas.openxmlformats.org/drawingml/2006/main">
              <a:ext uri="{FF2B5EF4-FFF2-40B4-BE49-F238E27FC236}">
                <a16:creationId xmlns:a16="http://schemas.microsoft.com/office/drawing/2014/main" id="{5E1B5D4D-B04E-45B1-9400-041AAE04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5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E8C7CCB7-248B-4476-9724-2AF8B40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6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4A2AC523-F65E-4CF2-9BC2-60D4220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7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B1AEA9A3-26B3-4D73-8F89-7A0F2E9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38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8C37E6BD-2ADF-4853-825C-7B3A8FE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9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76A65CCD-BFD8-49C6-9D4D-8A3D5E47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Hamiltonians · Potentials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 · PMNS</a:t>
            </a:r>
          </a:p>
        </p:txBody>
      </p:sp>
      <p:sp>
        <p:nvSpPr>
          <p:cNvPr id="40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A9E5345D-3458-44CD-A6CA-C62ACBD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41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29EBDE66-20B5-4776-A8C9-032A860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2" name="bsm-title">
            <a:extLst xmlns:a="http://schemas.openxmlformats.org/drawingml/2006/main">
              <a:ext uri="{FF2B5EF4-FFF2-40B4-BE49-F238E27FC236}">
                <a16:creationId xmlns:a16="http://schemas.microsoft.com/office/drawing/2014/main" id="{757AD068-C933-4B32-9F30-5B3998C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3" name="bsm-detail">
            <a:extLst xmlns:a="http://schemas.openxmlformats.org/drawingml/2006/main">
              <a:ext uri="{FF2B5EF4-FFF2-40B4-BE49-F238E27FC236}">
                <a16:creationId xmlns:a16="http://schemas.microsoft.com/office/drawing/2014/main" id="{04E04F2A-D9EA-48D6-8735-8E6C2AB8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4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223419A2-22D4-41F3-B802-F0637AD3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5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41CD8CD5-993F-4611-A811-63D4894A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6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BFB577F2-2FFF-4887-90D2-92C5766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7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89EDD5BE-4DFC-4A9D-A19D-99FB83D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8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C53DD1E9-A0DC-4C51-B20A-41962A33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9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468DB883-B280-4814-9DB5-D9112C94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50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FCB97CCB-2DAF-4908-8D0A-62586112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51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AEEED400-D70E-4174-9090-C216EA52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14596600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2026-08-26T18:15:44.5450000Z</dcterms:created>
  <dcterms:modified xsi:type="dcterms:W3CDTF">2026-08-26T18:15:44.5450000Z</dcterms:modified>
</coreProperties>
</file>